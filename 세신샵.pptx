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7" r:id="rId4"/>
    <p:sldId id="264" r:id="rId5"/>
    <p:sldId id="260" r:id="rId6"/>
    <p:sldId id="266" r:id="rId7"/>
    <p:sldId id="267" r:id="rId8"/>
    <p:sldId id="268" r:id="rId9"/>
    <p:sldId id="272" r:id="rId10"/>
    <p:sldId id="271" r:id="rId11"/>
    <p:sldId id="270" r:id="rId12"/>
    <p:sldId id="273" r:id="rId13"/>
    <p:sldId id="278" r:id="rId14"/>
    <p:sldId id="279" r:id="rId15"/>
    <p:sldId id="269" r:id="rId16"/>
    <p:sldId id="265" r:id="rId17"/>
    <p:sldId id="275" r:id="rId18"/>
    <p:sldId id="276" r:id="rId19"/>
    <p:sldId id="274" r:id="rId20"/>
    <p:sldId id="25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39A86-6982-89DF-BECA-C8FD8C80B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739312-7782-677C-FB7F-8BD4D2A07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62482B-5FC5-84B1-481F-EA75BDB9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AAFAC0-347B-311B-6368-136D955F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2B80A-70BB-DE1F-3263-8ADC8020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23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33B2C-0F08-D18C-0AC2-F3927CB4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2E952-68ED-F01A-09EA-47BE45B89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D2734-C6A5-160E-55F1-AA1D63FE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BBE700-C98D-1345-0236-3C8F41DC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A9C2A-BCF5-7F80-6DE9-5E61476B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6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6FCC6-92D6-4070-6F96-B36641D4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15EE1A-F450-2BE4-2C77-E5053591A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2BAE1-60B4-4C02-BE6F-62471EF7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5D7E8-5D0B-F54B-4CA2-DAE90DF71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62136E-63A8-C9CB-D434-6C9BB9D0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72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FD072-E7DE-5821-C187-4060D229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53A042-D3AA-BFA4-07C2-87B04C16B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09B05F-92AC-17F0-D9B3-5F69E5681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37878-695A-C29C-CE49-5342EF25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565337-771D-8275-6FE1-47150D7B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A8CF30-04E2-B9A1-DC35-89306658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47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4375A-4DD3-19FF-8FDF-4BBDF6CB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8F6E32-D0F3-4EBF-2D0B-93E4DAE86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4B681B-A08B-25DC-EF4F-2282477B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51A867-F2B8-190B-6016-0C6B4B223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A12E27-CA60-781D-BD1F-ECCFF6AAB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1A7F21-6151-DC61-091C-5FC93D69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0725B4-5318-BFDB-DED0-B20FC7A4F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FE4D26-6CF2-CCEC-B9D4-AB0888EF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74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430D6-D4A3-65CE-DD7E-FF948CCE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33825-1199-FCE4-D282-23EABE09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777F8-6E07-DF3D-F656-641E1CFC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E264A4-1C4B-CAFF-DBDF-AB9615E0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34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D95169-D559-4CF3-88CF-1F2D0A2F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D7C469-6C6F-0D18-3B22-F44C10C7B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BF7198-3380-A05E-2EF0-522A172D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10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04890-DD36-C540-AFDC-C38C76F44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4A6F7A-F597-C48C-CDA1-79F5373D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7B1C32-D95D-B143-2FE8-753776725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7AE37D-B0B0-3301-0D0C-48F0AD7B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2A437A-A91B-1685-B066-5D246764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9BE6D7-32EA-747F-1368-73DF43B0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86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A5ED6-ED59-4502-83DC-42D7BC10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7F7108-1EE8-B7FB-07D3-9DCDC38C3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6FE17E-C961-F75C-4B16-76E4C6CCA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96C53-5D2A-FBFD-1C3B-674A51CB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2B5A4-5602-A8A4-6425-183276D8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D428BE-1303-DAB3-DA46-471ADFC0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62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86657-D560-9D82-3A30-4BFE687B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4D3150-CC46-7B74-F129-688A430B6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9D57B-328D-7C5A-8528-D2D8722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EC9955-DE1F-A7F7-09F0-9CBCD3AA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BB47A-3DE6-15B8-AC42-E738D655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6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861F2E-5012-9A87-11FB-7224FB3E7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A954A2-3534-32A9-DA5F-AE2EA3499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9953F-0FEB-4A20-41EA-B1108631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610E03-8F20-1DC2-5675-9D268379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CD0D4-84B3-2D23-AAF0-8A00F66B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525CDD-E4EB-60D4-C86D-120B05D1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8E356-486F-E56E-577B-2AB58D1D6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D1A2C-D5F2-99A0-4E58-C0F762A2D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8AD5A-CBF2-4672-9AE6-59E58554D31B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A45887-26BF-19B2-7CE0-FD6C8A6DF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F0900-7BF5-C95F-6C95-5AEF737DF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45A50-1C30-4DDE-B893-01CC0A2CB9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03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18605-0EDD-455F-296D-69112115B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세신샵</a:t>
            </a:r>
          </a:p>
        </p:txBody>
      </p:sp>
    </p:spTree>
    <p:extLst>
      <p:ext uri="{BB962C8B-B14F-4D97-AF65-F5344CB8AC3E}">
        <p14:creationId xmlns:p14="http://schemas.microsoft.com/office/powerpoint/2010/main" val="73306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4989-4101-A939-EBE9-7D20AEC9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온아 </a:t>
            </a:r>
            <a:r>
              <a:rPr lang="en-US" altLang="ko-KR" dirty="0"/>
              <a:t>1</a:t>
            </a:r>
            <a:r>
              <a:rPr lang="ko-KR" altLang="en-US" dirty="0"/>
              <a:t>호 </a:t>
            </a:r>
            <a:r>
              <a:rPr lang="ko-KR" altLang="en-US" dirty="0" err="1"/>
              <a:t>명동점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70" y="1469462"/>
            <a:ext cx="8350660" cy="463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4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가격표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47" y="1255258"/>
            <a:ext cx="9353065" cy="512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9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88" y="1371599"/>
            <a:ext cx="10917647" cy="50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D32EDD-21E2-A75B-AD42-F251F168D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45" y="1259633"/>
            <a:ext cx="3535725" cy="467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93B88B0-96D6-3553-6059-D58A52E3C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625" y="1259633"/>
            <a:ext cx="7016213" cy="467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56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30" y="1571625"/>
            <a:ext cx="10775195" cy="459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9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13" y="1150581"/>
            <a:ext cx="10608712" cy="534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0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23" y="1380930"/>
            <a:ext cx="9851138" cy="486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4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59" y="1413005"/>
            <a:ext cx="10324031" cy="505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5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00" y="1367032"/>
            <a:ext cx="9416741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8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71" y="1436913"/>
            <a:ext cx="10340425" cy="470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84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66" y="1323781"/>
            <a:ext cx="5131836" cy="46956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1" y="1323781"/>
            <a:ext cx="5131836" cy="469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2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4989-4101-A939-EBE9-7D20AEC9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온아 </a:t>
            </a:r>
            <a:r>
              <a:rPr lang="en-US" altLang="ko-KR" dirty="0"/>
              <a:t>2</a:t>
            </a:r>
            <a:r>
              <a:rPr lang="ko-KR" altLang="en-US" dirty="0" smtClean="0"/>
              <a:t>호 </a:t>
            </a:r>
            <a:r>
              <a:rPr lang="ko-KR" altLang="en-US" dirty="0" err="1"/>
              <a:t>명동점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08" y="1551408"/>
            <a:ext cx="8870984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72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가격표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47" y="1255258"/>
            <a:ext cx="9353065" cy="512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3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  <p:pic>
        <p:nvPicPr>
          <p:cNvPr id="1026" name="Picture 2" descr="https://search.pstatic.net/common/?src=https%3A%2F%2Fldb-phinf.pstatic.net%2F20251118_84%2F1763462237743lzpdb_JPEG%2F1%25C0%25CE%25BC%25BC%25BD%25C5%25BC%25A5%252C%25B8%25F1%25BF%25E5%25C5%25C1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0" y="1288802"/>
            <a:ext cx="3791273" cy="505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544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</p:spTree>
    <p:extLst>
      <p:ext uri="{BB962C8B-B14F-4D97-AF65-F5344CB8AC3E}">
        <p14:creationId xmlns:p14="http://schemas.microsoft.com/office/powerpoint/2010/main" val="2022004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</p:spTree>
    <p:extLst>
      <p:ext uri="{BB962C8B-B14F-4D97-AF65-F5344CB8AC3E}">
        <p14:creationId xmlns:p14="http://schemas.microsoft.com/office/powerpoint/2010/main" val="91319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</p:spTree>
    <p:extLst>
      <p:ext uri="{BB962C8B-B14F-4D97-AF65-F5344CB8AC3E}">
        <p14:creationId xmlns:p14="http://schemas.microsoft.com/office/powerpoint/2010/main" val="4186095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73DFEB-8BB1-6785-E14D-1E3F7EC5D03C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인테리어 </a:t>
            </a:r>
          </a:p>
        </p:txBody>
      </p:sp>
    </p:spTree>
    <p:extLst>
      <p:ext uri="{BB962C8B-B14F-4D97-AF65-F5344CB8AC3E}">
        <p14:creationId xmlns:p14="http://schemas.microsoft.com/office/powerpoint/2010/main" val="3096112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E94D1E-855D-A146-3EF6-9C4F849E76F9}"/>
              </a:ext>
            </a:extLst>
          </p:cNvPr>
          <p:cNvSpPr/>
          <p:nvPr/>
        </p:nvSpPr>
        <p:spPr>
          <a:xfrm>
            <a:off x="0" y="365125"/>
            <a:ext cx="1899138" cy="63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가격표</a:t>
            </a:r>
          </a:p>
        </p:txBody>
      </p:sp>
    </p:spTree>
    <p:extLst>
      <p:ext uri="{BB962C8B-B14F-4D97-AF65-F5344CB8AC3E}">
        <p14:creationId xmlns:p14="http://schemas.microsoft.com/office/powerpoint/2010/main" val="3233853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26</Words>
  <Application>Microsoft Office PowerPoint</Application>
  <PresentationFormat>와이드스크린</PresentationFormat>
  <Paragraphs>20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세신샵</vt:lpstr>
      <vt:lpstr>온아 1호 명동점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온아 2호 명동점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세신샵</dc:title>
  <dc:creator>김 민경</dc:creator>
  <cp:lastModifiedBy>정혜성</cp:lastModifiedBy>
  <cp:revision>7</cp:revision>
  <dcterms:created xsi:type="dcterms:W3CDTF">2026-01-26T03:51:31Z</dcterms:created>
  <dcterms:modified xsi:type="dcterms:W3CDTF">2026-02-02T23:52:14Z</dcterms:modified>
</cp:coreProperties>
</file>